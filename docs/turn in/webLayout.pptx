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0C0"/>
    <a:srgbClr val="E8BA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67" y="-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ECB8D-395C-4E21-8FD2-A7966CFA39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792B7E-250D-4709-AA27-D0E101295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B3703-5C10-42E4-8B25-A1E5AE5F4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1EF37-27C4-449F-973B-5F344A490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FB549-A8DC-483F-A539-EA43693B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D72D90-D118-43B9-8EFA-579CE23157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527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5BC-C96E-4C4D-8C43-DF9B33F55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998AE-E369-4FE2-8C50-F634BF24D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A4672-7C0F-471C-8515-498AD391F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C8239-AF25-45CB-A0B2-6775F53DD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0DD41-59B8-4E98-B8A8-6E8AEA3B5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B2F478-04A2-47D4-BA79-8EC8B30FFF2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6736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E67BD-A85C-4BDD-809F-2F38A6957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67CB0-B56C-4E20-A750-52FAE2DE3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642C1-5325-42F3-8F6D-88FAFDFCD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92CD6-1B20-459D-9C38-8DEF1F19B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339FF-74D4-4842-84AC-068B1C27A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7A328D-7902-4CC1-A556-8401EF58B7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880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D4A21-C6FB-4E15-9642-442B9C316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F36CD-218E-4F91-B3F4-9FC35EADD4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BC6928-7257-4791-957B-828EB6D7F9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22B70-6053-410F-977C-C44999A27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B7C68E-BC46-44EC-99F5-CAE85E75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7F182-3C7C-4139-AEFC-7FFD91B0F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7F6F47-99D8-47E9-8E70-3119EA97AC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805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841E9-B741-439B-A190-7C5C1F3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9DA3A7-EED2-4093-A0C8-4BAC23094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30283A-4D9F-43B1-9005-CCC03B64C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8C4235-62C1-4EC5-BDD9-EB6D73407D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268C04-89F4-4640-92DE-2A30C2BC9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1121F0-8B5A-4D78-9E8C-38D32CA0F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257D51-0F0C-4E26-9247-7F437B23D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0698C-18A6-4177-BB5A-B20BB9DD2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E75E31-5F07-4434-951D-2EB51E31F14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3496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60427-226E-4F84-B574-F200CC53C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39106B-EBA7-4A58-A472-FA7A26B42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D4877D-26BF-4050-A672-3F9569E9B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3A5AD-1049-4854-8DEE-9629D8694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E2AC3D-BC33-467C-ADEF-22DED717F0C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5724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319C40-ABAB-4932-BEEC-6021747AC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A0D2C3-FFA1-48CA-B3CB-4CF7EAF31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61DEA-3AA5-4AF7-80AF-811B17415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0CDA2D-C7E6-4FA8-AC91-C657591AB28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63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70A29-05D0-404B-88D0-EB9FF8C5B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D20A3-5BC2-4D14-B22D-D99B89965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BA6385-36E0-4DFB-A235-3CCC413EA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0308B-7B58-4C60-8B6F-54E5446A6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825A4-3FE3-4F99-A920-FE99F22AD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C0E70-891C-414E-81CE-C9CCAFF20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30B388-06F7-4C16-9A5C-A58BB7CB6F6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7073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36437-10D9-4B76-826E-E1F8AC579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7BB9FA-4CD1-4264-8CAD-11FABE2F0F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C16E63-BF34-4C47-83CC-CBC9665A7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6C202-95AD-4E97-BFDD-1A2CD6281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EE6311-787B-4CB1-BF0C-37FA196D8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53FED-60C8-49F1-BC17-1690DC860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8A8798-628C-4377-BD9B-7B0DD797BCE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7959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4C3AE-2FFF-491B-BDFC-986CEDE2A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2E8231-2854-40E4-BA79-1F8BB6B3E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4E1A4-48CC-4A64-AEEB-D728BC03E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3EC78-F909-4133-BFF2-9696B80F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6CA03-515E-428E-AAFA-38DB2A08A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D0B17A-AC42-4308-9CE3-217F210ED3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7044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F495C3-D10B-4C8F-A1BB-B6B28DF9B8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B52115-EFC3-45B4-8D07-2474A0A5F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2D991-E86F-41B8-A71E-7427581EE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89537-269C-48E7-8046-FA20BF580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FF8CF-919E-4C68-9CE0-090F58CD3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B8DC6C-23B8-477F-9B12-1EE0858C07B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2499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F1E71D8-B72B-4E96-87E3-2982BBC537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187EE32-669C-417F-9EAE-3BF533182A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F11CBF4-91D2-4153-AE9D-882FFFE9F68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CE8FE6A-E230-49D3-BE30-DA77DA2E8AC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3BCB78F-A7A2-443E-BB76-21636A5E5DE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5644BE1-3014-45F1-9F32-EAB65544E0C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C33039C-132F-4BF5-98EF-DD0C431B9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Webpage Layout Proposal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8DCEDBF-9507-4CF2-BE68-C3CF936BE1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b="1"/>
              <a:t>Goals</a:t>
            </a:r>
          </a:p>
          <a:p>
            <a:pPr lvl="1"/>
            <a:r>
              <a:rPr lang="en-US" altLang="en-US" sz="2400"/>
              <a:t>Easy Navigation </a:t>
            </a:r>
          </a:p>
          <a:p>
            <a:pPr lvl="1"/>
            <a:r>
              <a:rPr lang="en-US" altLang="en-US" sz="2400"/>
              <a:t>Clear Presentation</a:t>
            </a:r>
          </a:p>
          <a:p>
            <a:pPr lvl="1"/>
            <a:r>
              <a:rPr lang="en-US" altLang="en-US" sz="2400"/>
              <a:t>Attractive and modern layout and color scheme</a:t>
            </a:r>
          </a:p>
          <a:p>
            <a:pPr lvl="1">
              <a:buFontTx/>
              <a:buNone/>
            </a:pPr>
            <a:endParaRPr lang="en-US" altLang="en-US" sz="2400"/>
          </a:p>
          <a:p>
            <a:r>
              <a:rPr lang="en-US" altLang="en-US" sz="2800" b="1"/>
              <a:t>Technical Aspects</a:t>
            </a:r>
          </a:p>
          <a:p>
            <a:pPr lvl="1"/>
            <a:r>
              <a:rPr lang="en-US" altLang="en-US" sz="2400"/>
              <a:t>CSS template consistent throughout site</a:t>
            </a:r>
          </a:p>
          <a:p>
            <a:pPr lvl="1"/>
            <a:r>
              <a:rPr lang="en-US" altLang="en-US" sz="2400"/>
              <a:t>Valid XHTML, Valid CSS</a:t>
            </a:r>
          </a:p>
          <a:p>
            <a:pPr lvl="1"/>
            <a:r>
              <a:rPr lang="en-US" altLang="en-US" sz="2400"/>
              <a:t>Compatible with multiple browsers (IE, Firefox, etc.)</a:t>
            </a:r>
          </a:p>
          <a:p>
            <a:pPr lvl="1"/>
            <a:endParaRPr lang="en-US" alt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F3296048-C80F-4358-9C26-D07830D58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762000"/>
            <a:ext cx="7315200" cy="1066800"/>
          </a:xfrm>
          <a:prstGeom prst="rect">
            <a:avLst/>
          </a:prstGeom>
          <a:solidFill>
            <a:srgbClr val="E8BAB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FF07D3EA-B5D9-41BD-8BAC-78BFB21B5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828800"/>
            <a:ext cx="7315200" cy="3048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A590D391-B5D1-41CB-8000-1FD9CDC75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133600"/>
            <a:ext cx="1295400" cy="42672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C8D26881-A4C3-406B-A5D4-05CC3A011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2133600"/>
            <a:ext cx="1219200" cy="43434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6" name="WordArt 8">
            <a:extLst>
              <a:ext uri="{FF2B5EF4-FFF2-40B4-BE49-F238E27FC236}">
                <a16:creationId xmlns:a16="http://schemas.microsoft.com/office/drawing/2014/main" id="{DBBA3DC4-EC11-4A2F-9353-1BFFF2DADE0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590800" y="914400"/>
            <a:ext cx="1905000" cy="6477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 panose="020B0A04020102020204" pitchFamily="34" charset="0"/>
              </a:rPr>
              <a:t>Title</a:t>
            </a:r>
          </a:p>
        </p:txBody>
      </p:sp>
      <p:sp>
        <p:nvSpPr>
          <p:cNvPr id="2058" name="Rectangle 10">
            <a:extLst>
              <a:ext uri="{FF2B5EF4-FFF2-40B4-BE49-F238E27FC236}">
                <a16:creationId xmlns:a16="http://schemas.microsoft.com/office/drawing/2014/main" id="{0F77544A-FC7A-4A35-9739-9B6A32077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828800"/>
            <a:ext cx="2638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Link 1  |  Link 2  |  Link 3</a:t>
            </a:r>
          </a:p>
        </p:txBody>
      </p:sp>
      <p:sp>
        <p:nvSpPr>
          <p:cNvPr id="2060" name="Text Box 12">
            <a:extLst>
              <a:ext uri="{FF2B5EF4-FFF2-40B4-BE49-F238E27FC236}">
                <a16:creationId xmlns:a16="http://schemas.microsoft.com/office/drawing/2014/main" id="{DC3CB89D-5294-4C1F-BD3B-82E684595E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362200"/>
            <a:ext cx="1225550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Nav Menu</a:t>
            </a:r>
          </a:p>
          <a:p>
            <a:r>
              <a:rPr lang="en-US" altLang="en-US"/>
              <a:t>Login</a:t>
            </a:r>
          </a:p>
          <a:p>
            <a:r>
              <a:rPr lang="en-US" altLang="en-US"/>
              <a:t>Logout</a:t>
            </a:r>
          </a:p>
          <a:p>
            <a:r>
              <a:rPr lang="en-US" altLang="en-US"/>
              <a:t>Query DB</a:t>
            </a:r>
          </a:p>
          <a:p>
            <a:r>
              <a:rPr lang="en-US" altLang="en-US"/>
              <a:t>Etc</a:t>
            </a:r>
          </a:p>
        </p:txBody>
      </p:sp>
      <p:sp>
        <p:nvSpPr>
          <p:cNvPr id="2061" name="Text Box 13">
            <a:extLst>
              <a:ext uri="{FF2B5EF4-FFF2-40B4-BE49-F238E27FC236}">
                <a16:creationId xmlns:a16="http://schemas.microsoft.com/office/drawing/2014/main" id="{32818F65-710E-4387-99D7-3A7F33286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362200"/>
            <a:ext cx="4781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Welcome to the Equipment Checkout System</a:t>
            </a:r>
          </a:p>
        </p:txBody>
      </p:sp>
      <p:sp>
        <p:nvSpPr>
          <p:cNvPr id="2063" name="Text Box 15">
            <a:extLst>
              <a:ext uri="{FF2B5EF4-FFF2-40B4-BE49-F238E27FC236}">
                <a16:creationId xmlns:a16="http://schemas.microsoft.com/office/drawing/2014/main" id="{931F0FE2-7256-458B-92EA-327A759A68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2438400"/>
            <a:ext cx="11239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Right Col</a:t>
            </a:r>
          </a:p>
          <a:p>
            <a:r>
              <a:rPr lang="en-US" altLang="en-US"/>
              <a:t>News,</a:t>
            </a:r>
          </a:p>
          <a:p>
            <a:r>
              <a:rPr lang="en-US" altLang="en-US"/>
              <a:t>Updates,</a:t>
            </a:r>
          </a:p>
          <a:p>
            <a:r>
              <a:rPr lang="en-US" altLang="en-US"/>
              <a:t>Etc.</a:t>
            </a:r>
          </a:p>
        </p:txBody>
      </p:sp>
      <p:sp>
        <p:nvSpPr>
          <p:cNvPr id="2064" name="Text Box 16">
            <a:extLst>
              <a:ext uri="{FF2B5EF4-FFF2-40B4-BE49-F238E27FC236}">
                <a16:creationId xmlns:a16="http://schemas.microsoft.com/office/drawing/2014/main" id="{25870937-80B0-4421-A3F4-4BD0839B5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325" y="2932113"/>
            <a:ext cx="2317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Display Results Here</a:t>
            </a:r>
          </a:p>
        </p:txBody>
      </p:sp>
      <p:graphicFrame>
        <p:nvGraphicFramePr>
          <p:cNvPr id="2171" name="Group 123">
            <a:extLst>
              <a:ext uri="{FF2B5EF4-FFF2-40B4-BE49-F238E27FC236}">
                <a16:creationId xmlns:a16="http://schemas.microsoft.com/office/drawing/2014/main" id="{CB4BF657-9720-4387-91E4-0DA03601A9B4}"/>
              </a:ext>
            </a:extLst>
          </p:cNvPr>
          <p:cNvGraphicFramePr>
            <a:graphicFrameLocks noGrp="1"/>
          </p:cNvGraphicFramePr>
          <p:nvPr/>
        </p:nvGraphicFramePr>
        <p:xfrm>
          <a:off x="2895600" y="3505200"/>
          <a:ext cx="3575050" cy="219075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4220491336"/>
                    </a:ext>
                  </a:extLst>
                </a:gridCol>
                <a:gridCol w="1177925">
                  <a:extLst>
                    <a:ext uri="{9D8B030D-6E8A-4147-A177-3AD203B41FA5}">
                      <a16:colId xmlns:a16="http://schemas.microsoft.com/office/drawing/2014/main" val="2783896244"/>
                    </a:ext>
                  </a:extLst>
                </a:gridCol>
                <a:gridCol w="893763">
                  <a:extLst>
                    <a:ext uri="{9D8B030D-6E8A-4147-A177-3AD203B41FA5}">
                      <a16:colId xmlns:a16="http://schemas.microsoft.com/office/drawing/2014/main" val="3981661169"/>
                    </a:ext>
                  </a:extLst>
                </a:gridCol>
                <a:gridCol w="893762">
                  <a:extLst>
                    <a:ext uri="{9D8B030D-6E8A-4147-A177-3AD203B41FA5}">
                      <a16:colId xmlns:a16="http://schemas.microsoft.com/office/drawing/2014/main" val="322121914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Equipment ID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Equipment Type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 Checked-Out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88378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20663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55024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4345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9" name="Picture 7" descr="Picture1">
            <a:extLst>
              <a:ext uri="{FF2B5EF4-FFF2-40B4-BE49-F238E27FC236}">
                <a16:creationId xmlns:a16="http://schemas.microsoft.com/office/drawing/2014/main" id="{3D7DE780-AD73-4526-9A8F-9D22EB257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7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67</Words>
  <Application>Microsoft Office PowerPoint</Application>
  <PresentationFormat>On-screen Show (4:3)</PresentationFormat>
  <Paragraphs>26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Default Design</vt:lpstr>
      <vt:lpstr>Webpage Layout Proposal</vt:lpstr>
      <vt:lpstr>PowerPoint Presentation</vt:lpstr>
      <vt:lpstr>PowerPoint Presentation</vt:lpstr>
    </vt:vector>
  </TitlesOfParts>
  <Company>USMA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CDT Merz, Christian X70611</dc:creator>
  <cp:lastModifiedBy>CDT Merz, Christian X70611</cp:lastModifiedBy>
  <cp:revision>3</cp:revision>
  <dcterms:created xsi:type="dcterms:W3CDTF">2007-02-07T16:29:51Z</dcterms:created>
  <dcterms:modified xsi:type="dcterms:W3CDTF">2019-06-20T19:46:32Z</dcterms:modified>
</cp:coreProperties>
</file>